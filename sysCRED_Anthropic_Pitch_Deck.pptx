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sysCRED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Neuro-Symbolic AI for Information Credibility Verification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Dominique Loyer
</a:t>
            </a:r>
            <a:pPr indent="0" marL="0">
              <a:buNone/>
            </a:pPr>
            <a:r>
              <a:rPr lang="en-US" sz="1600" dirty="0">
                <a:solidFill>
                  <a:srgbClr val="F7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Candidate, Cognitive Computer Science
</a:t>
            </a:r>
            <a:pPr indent="0" marL="0">
              <a:buNone/>
            </a:pPr>
            <a:r>
              <a:rPr lang="en-US" sz="1600" dirty="0">
                <a:solidFill>
                  <a:srgbClr val="F7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du Québec à Montréal (UQAM)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for Anthropic External Researcher Access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Safety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= Statistical Correlation Engines
</a:t>
            </a:r>
            <a:pPr indent="0" marL="0">
              <a:buNone/>
            </a:pPr>
            <a:r>
              <a:rPr lang="en-US" sz="13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Hallucinate facts with high confidence
</a:t>
            </a:r>
            <a:pPr indent="0" marL="0">
              <a:buNone/>
            </a:pPr>
            <a:r>
              <a:rPr lang="en-US" sz="13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Compress sources, lose context
</a:t>
            </a:r>
            <a:pPr indent="0" marL="0">
              <a:buNone/>
            </a:pPr>
            <a:r>
              <a:rPr lang="en-US" sz="13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causal reasoning
</a:t>
            </a:r>
            <a:pPr indent="0" marL="0">
              <a:buNone/>
            </a:pPr>
            <a:r>
              <a:rPr lang="en-US" sz="13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Opaque decision pathways
</a:t>
            </a:r>
            <a:pPr indent="0" marL="0">
              <a:buNone/>
            </a:pPr>
            <a:r>
              <a:rPr lang="en-US" sz="13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AI alone is fragile against
</a:t>
            </a:r>
            <a:pPr indent="0" marL="0">
              <a:buNone/>
            </a:pPr>
            <a:r>
              <a:rPr lang="en-US" sz="13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web scale complexity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4389120"/>
          </a:xfrm>
          <a:prstGeom prst="rect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sysCRED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Neuro-Symbolic Architecture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1 (Neural):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&amp; extraction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2 (Symbolic):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&amp; verification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AI Paradigm:
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"Never Trust, Always Verify"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Explainable reasoning paths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GraphRAG knowledge integration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Auditable credibility scores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sysCRED: System for Credibility and Reasoning utilizing Expert Dynamics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Preliminary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389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LAYERS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02336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Neural Perception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fine-tuned for NER &amp; extraction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02336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Symbol Grounding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↔ Ontology bridge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40233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Knowledge 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+ RDF/OWL (long-term memory)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4023360" cy="640080"/>
          </a:xfrm>
          <a:prstGeom prst="rect">
            <a:avLst/>
          </a:prstGeom>
          <a:solidFill>
            <a:srgbClr val="01353D"/>
          </a:solidFill>
          <a:ln w="12700">
            <a:solidFill>
              <a:srgbClr val="013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Symbolic Reasoning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engines (HermiT, Pellet) + SWRL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188720"/>
            <a:ext cx="3657600" cy="2560320"/>
          </a:xfrm>
          <a:prstGeom prst="rect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RESULTS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v2.1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530352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architecture validated: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7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false information approved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393192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44805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Design Science Research (DSR)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Dual evaluation: Precision (ML) +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Explanation Quality (cognitive)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Benchmark: LIAR dataset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Target: ISWC, AAAI publication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Claude Opus + Research Request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CLAUDE OPUS IS ESSENTIAL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model comparison: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Pro 3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DeepSeek v3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Kimi V2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Opus 4.5/4.6 ✓
</a:t>
            </a:r>
            <a:pPr indent="0" marL="0">
              <a:buNone/>
            </a:pPr>
            <a:r>
              <a:rPr lang="en-US" sz="1300" b="1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superior for: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Complex logical reasoning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Symbolic AI code generation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Explanation quality (XAI)
</a:t>
            </a:r>
            <a:pPr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Ontology reasoning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3200400"/>
          </a:xfrm>
          <a:prstGeom prst="rect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ACCESS 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Antigravity (beta):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Restrictive daily rate limits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Pro (student):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Only Sonnet 4.5, not Opus
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Cannot conduct systematic,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doctoral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solidFill>
            <a:srgbClr val="01353D"/>
          </a:solidFill>
          <a:ln w="25400">
            <a:solidFill>
              <a:srgbClr val="013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REQUEST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5212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API credits for Claude Opus 4.5/4.6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Systematic experimentation &amp; reproducible research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Access to Claude Code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Agentic coding for sysCRED development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Campus Ambassador opportunity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Establish Anthropic presence in Montreal universities (UQAM, UdeM/MILA, McGill)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Dominique Loyer  |  </a:t>
            </a:r>
            <a:pPr algn="ctr"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Candidate, UQAM  |  </a:t>
            </a:r>
            <a:pPr algn="ctr"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DominiqueLoyer/systemFactChecking  |  </a:t>
            </a:r>
            <a:pPr algn="ctr" indent="0" marL="0">
              <a:buNone/>
            </a:pPr>
            <a:r>
              <a:rPr lang="en-US" sz="1200" dirty="0">
                <a:solidFill>
                  <a:srgbClr val="013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ORCID: 0009-0003-9713-7109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sysCRED: Neuro-Symbolic AI for Information Credibility</dc:title>
  <dc:subject>PptxGenJS Presentation</dc:subject>
  <dc:creator>Dominique Loyer</dc:creator>
  <cp:lastModifiedBy>Dominique Loyer</cp:lastModifiedBy>
  <cp:revision>1</cp:revision>
  <dcterms:created xsi:type="dcterms:W3CDTF">2026-02-09T01:41:35Z</dcterms:created>
  <dcterms:modified xsi:type="dcterms:W3CDTF">2026-02-09T01:41:35Z</dcterms:modified>
</cp:coreProperties>
</file>